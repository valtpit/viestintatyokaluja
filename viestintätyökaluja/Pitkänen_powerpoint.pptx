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387D58-270E-421D-96C7-AB1C355A45A4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i-FI"/>
        </a:p>
      </dgm:t>
    </dgm:pt>
    <dgm:pt modelId="{D0BB595C-0871-42EB-B776-136E55D7DFEA}">
      <dgm:prSet phldrT="[Teksti]"/>
      <dgm:spPr/>
      <dgm:t>
        <a:bodyPr/>
        <a:lstStyle/>
        <a:p>
          <a:r>
            <a:rPr lang="fi-FI" dirty="0"/>
            <a:t>Johtaja</a:t>
          </a:r>
        </a:p>
      </dgm:t>
    </dgm:pt>
    <dgm:pt modelId="{B02086B0-638D-4E6B-992C-D8D19F2A4E17}" type="parTrans" cxnId="{E4455FF4-A57B-40F0-94CD-80D0FEAD8FDF}">
      <dgm:prSet/>
      <dgm:spPr/>
      <dgm:t>
        <a:bodyPr/>
        <a:lstStyle/>
        <a:p>
          <a:endParaRPr lang="fi-FI"/>
        </a:p>
      </dgm:t>
    </dgm:pt>
    <dgm:pt modelId="{EDD216C1-F7B8-4159-A5C5-ACB353C3B46E}" type="sibTrans" cxnId="{E4455FF4-A57B-40F0-94CD-80D0FEAD8FDF}">
      <dgm:prSet/>
      <dgm:spPr/>
      <dgm:t>
        <a:bodyPr/>
        <a:lstStyle/>
        <a:p>
          <a:endParaRPr lang="fi-FI"/>
        </a:p>
      </dgm:t>
    </dgm:pt>
    <dgm:pt modelId="{328321FE-F44D-453E-BDCA-56F102B713BC}">
      <dgm:prSet phldrT="[Teksti]"/>
      <dgm:spPr/>
      <dgm:t>
        <a:bodyPr/>
        <a:lstStyle/>
        <a:p>
          <a:r>
            <a:rPr lang="fi-FI" dirty="0"/>
            <a:t>alainen</a:t>
          </a:r>
        </a:p>
      </dgm:t>
    </dgm:pt>
    <dgm:pt modelId="{C0ACFF89-57ED-4D7B-A868-578600D84745}" type="parTrans" cxnId="{7F2D7E48-213F-454E-AB8C-DC3BDD3EBF70}">
      <dgm:prSet/>
      <dgm:spPr/>
      <dgm:t>
        <a:bodyPr/>
        <a:lstStyle/>
        <a:p>
          <a:endParaRPr lang="fi-FI"/>
        </a:p>
      </dgm:t>
    </dgm:pt>
    <dgm:pt modelId="{B967C0B4-208F-41C2-AF87-423534E3FB6D}" type="sibTrans" cxnId="{7F2D7E48-213F-454E-AB8C-DC3BDD3EBF70}">
      <dgm:prSet/>
      <dgm:spPr/>
      <dgm:t>
        <a:bodyPr/>
        <a:lstStyle/>
        <a:p>
          <a:endParaRPr lang="fi-FI"/>
        </a:p>
      </dgm:t>
    </dgm:pt>
    <dgm:pt modelId="{3052F7DF-D108-417A-AEFA-2127175D1511}">
      <dgm:prSet phldrT="[Teksti]"/>
      <dgm:spPr/>
      <dgm:t>
        <a:bodyPr/>
        <a:lstStyle/>
        <a:p>
          <a:r>
            <a:rPr lang="fi-FI" dirty="0"/>
            <a:t>alainen</a:t>
          </a:r>
        </a:p>
      </dgm:t>
    </dgm:pt>
    <dgm:pt modelId="{ABF1D5A7-20F2-4370-8C77-C899042D83B6}" type="sibTrans" cxnId="{D4BADF85-A040-422F-9F4B-E7E2FEAF5AFA}">
      <dgm:prSet/>
      <dgm:spPr/>
      <dgm:t>
        <a:bodyPr/>
        <a:lstStyle/>
        <a:p>
          <a:endParaRPr lang="fi-FI"/>
        </a:p>
      </dgm:t>
    </dgm:pt>
    <dgm:pt modelId="{FB36582B-F25D-4B37-9850-AF730FC92B3D}" type="parTrans" cxnId="{D4BADF85-A040-422F-9F4B-E7E2FEAF5AFA}">
      <dgm:prSet/>
      <dgm:spPr/>
      <dgm:t>
        <a:bodyPr/>
        <a:lstStyle/>
        <a:p>
          <a:endParaRPr lang="fi-FI"/>
        </a:p>
      </dgm:t>
    </dgm:pt>
    <dgm:pt modelId="{FED177DA-745D-47F7-9159-DB6F9E40AAB2}">
      <dgm:prSet phldrT="[Teksti]"/>
      <dgm:spPr/>
      <dgm:t>
        <a:bodyPr/>
        <a:lstStyle/>
        <a:p>
          <a:r>
            <a:rPr lang="fi-FI" dirty="0"/>
            <a:t>alainen</a:t>
          </a:r>
        </a:p>
      </dgm:t>
    </dgm:pt>
    <dgm:pt modelId="{1C143F06-5D56-4C64-BE6D-E6DC7FF649A5}" type="sibTrans" cxnId="{3A0ADDC9-1017-444E-9534-85BDBD641971}">
      <dgm:prSet/>
      <dgm:spPr/>
      <dgm:t>
        <a:bodyPr/>
        <a:lstStyle/>
        <a:p>
          <a:endParaRPr lang="fi-FI"/>
        </a:p>
      </dgm:t>
    </dgm:pt>
    <dgm:pt modelId="{DEC4550A-DCF7-4C18-BF09-1189F18C7CCD}" type="parTrans" cxnId="{3A0ADDC9-1017-444E-9534-85BDBD641971}">
      <dgm:prSet/>
      <dgm:spPr/>
      <dgm:t>
        <a:bodyPr/>
        <a:lstStyle/>
        <a:p>
          <a:endParaRPr lang="fi-FI"/>
        </a:p>
      </dgm:t>
    </dgm:pt>
    <dgm:pt modelId="{B610F20E-53BF-4311-9A0E-C25353A2345E}">
      <dgm:prSet phldrT="[Teksti]"/>
      <dgm:spPr/>
      <dgm:t>
        <a:bodyPr/>
        <a:lstStyle/>
        <a:p>
          <a:r>
            <a:rPr lang="fi-FI" dirty="0"/>
            <a:t>alainen</a:t>
          </a:r>
        </a:p>
      </dgm:t>
    </dgm:pt>
    <dgm:pt modelId="{F54A4B08-DFD6-4495-B2FB-AC3DC0111349}" type="parTrans" cxnId="{D0434278-2AE9-49BF-A2CA-62F972FB3AFF}">
      <dgm:prSet/>
      <dgm:spPr/>
      <dgm:t>
        <a:bodyPr/>
        <a:lstStyle/>
        <a:p>
          <a:endParaRPr lang="fi-FI"/>
        </a:p>
      </dgm:t>
    </dgm:pt>
    <dgm:pt modelId="{45363726-7198-439B-A472-65365142C1E6}" type="sibTrans" cxnId="{D0434278-2AE9-49BF-A2CA-62F972FB3AFF}">
      <dgm:prSet/>
      <dgm:spPr/>
      <dgm:t>
        <a:bodyPr/>
        <a:lstStyle/>
        <a:p>
          <a:endParaRPr lang="fi-FI"/>
        </a:p>
      </dgm:t>
    </dgm:pt>
    <dgm:pt modelId="{557AF02A-6BA1-4998-A2F7-997DAFF3F0FD}">
      <dgm:prSet phldrT="[Teksti]"/>
      <dgm:spPr/>
      <dgm:t>
        <a:bodyPr/>
        <a:lstStyle/>
        <a:p>
          <a:r>
            <a:rPr lang="fi-FI" dirty="0"/>
            <a:t>alainen</a:t>
          </a:r>
        </a:p>
      </dgm:t>
    </dgm:pt>
    <dgm:pt modelId="{BA4815CD-F0F4-4D6A-B28C-996508855357}" type="parTrans" cxnId="{8C8CD08B-0161-4924-AE6D-7BC81EB4CB75}">
      <dgm:prSet/>
      <dgm:spPr/>
      <dgm:t>
        <a:bodyPr/>
        <a:lstStyle/>
        <a:p>
          <a:endParaRPr lang="fi-FI"/>
        </a:p>
      </dgm:t>
    </dgm:pt>
    <dgm:pt modelId="{BA0E5414-885A-40D0-8093-12535F78E77B}" type="sibTrans" cxnId="{8C8CD08B-0161-4924-AE6D-7BC81EB4CB75}">
      <dgm:prSet/>
      <dgm:spPr/>
      <dgm:t>
        <a:bodyPr/>
        <a:lstStyle/>
        <a:p>
          <a:endParaRPr lang="fi-FI"/>
        </a:p>
      </dgm:t>
    </dgm:pt>
    <dgm:pt modelId="{FAFFFE23-0FBA-40A8-99A4-E7E03F66C3F7}" type="pres">
      <dgm:prSet presAssocID="{61387D58-270E-421D-96C7-AB1C355A45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F0D5037-5E25-4323-8BE7-A9275F3D8289}" type="pres">
      <dgm:prSet presAssocID="{D0BB595C-0871-42EB-B776-136E55D7DFEA}" presName="hierRoot1" presStyleCnt="0">
        <dgm:presLayoutVars>
          <dgm:hierBranch val="init"/>
        </dgm:presLayoutVars>
      </dgm:prSet>
      <dgm:spPr/>
    </dgm:pt>
    <dgm:pt modelId="{F8FD0E66-BD9E-4373-9E3B-379C465386DD}" type="pres">
      <dgm:prSet presAssocID="{D0BB595C-0871-42EB-B776-136E55D7DFEA}" presName="rootComposite1" presStyleCnt="0"/>
      <dgm:spPr/>
    </dgm:pt>
    <dgm:pt modelId="{F5DBF1E3-25AF-42D8-B661-0A687E59ABF2}" type="pres">
      <dgm:prSet presAssocID="{D0BB595C-0871-42EB-B776-136E55D7DFEA}" presName="rootText1" presStyleLbl="node0" presStyleIdx="0" presStyleCnt="1">
        <dgm:presLayoutVars>
          <dgm:chMax/>
          <dgm:chPref val="3"/>
        </dgm:presLayoutVars>
      </dgm:prSet>
      <dgm:spPr/>
    </dgm:pt>
    <dgm:pt modelId="{11B7C825-A60F-4EE5-A95F-FB0E7D580101}" type="pres">
      <dgm:prSet presAssocID="{D0BB595C-0871-42EB-B776-136E55D7DFEA}" presName="titleText1" presStyleLbl="fgAcc0" presStyleIdx="0" presStyleCnt="1">
        <dgm:presLayoutVars>
          <dgm:chMax val="0"/>
          <dgm:chPref val="0"/>
        </dgm:presLayoutVars>
      </dgm:prSet>
      <dgm:spPr/>
    </dgm:pt>
    <dgm:pt modelId="{8623D718-C552-45E5-B67B-C9B9C0EE21FB}" type="pres">
      <dgm:prSet presAssocID="{D0BB595C-0871-42EB-B776-136E55D7DFEA}" presName="rootConnector1" presStyleLbl="node1" presStyleIdx="0" presStyleCnt="5"/>
      <dgm:spPr/>
    </dgm:pt>
    <dgm:pt modelId="{EAB032D0-C46D-4352-95C3-572BD66D6AB8}" type="pres">
      <dgm:prSet presAssocID="{D0BB595C-0871-42EB-B776-136E55D7DFEA}" presName="hierChild2" presStyleCnt="0"/>
      <dgm:spPr/>
    </dgm:pt>
    <dgm:pt modelId="{8D265F49-98BA-49DD-8546-7B64AFFFFA6C}" type="pres">
      <dgm:prSet presAssocID="{DEC4550A-DCF7-4C18-BF09-1189F18C7CCD}" presName="Name37" presStyleLbl="parChTrans1D2" presStyleIdx="0" presStyleCnt="3"/>
      <dgm:spPr/>
    </dgm:pt>
    <dgm:pt modelId="{9652D3F0-5B57-4F8D-9348-65383EF3DB51}" type="pres">
      <dgm:prSet presAssocID="{FED177DA-745D-47F7-9159-DB6F9E40AAB2}" presName="hierRoot2" presStyleCnt="0">
        <dgm:presLayoutVars>
          <dgm:hierBranch val="init"/>
        </dgm:presLayoutVars>
      </dgm:prSet>
      <dgm:spPr/>
    </dgm:pt>
    <dgm:pt modelId="{91183E90-2F2F-4EEB-9027-939BC73E78E4}" type="pres">
      <dgm:prSet presAssocID="{FED177DA-745D-47F7-9159-DB6F9E40AAB2}" presName="rootComposite" presStyleCnt="0"/>
      <dgm:spPr/>
    </dgm:pt>
    <dgm:pt modelId="{49734BC8-7CC7-4C48-89BD-858E97526626}" type="pres">
      <dgm:prSet presAssocID="{FED177DA-745D-47F7-9159-DB6F9E40AAB2}" presName="rootText" presStyleLbl="node1" presStyleIdx="0" presStyleCnt="5">
        <dgm:presLayoutVars>
          <dgm:chMax/>
          <dgm:chPref val="3"/>
        </dgm:presLayoutVars>
      </dgm:prSet>
      <dgm:spPr/>
    </dgm:pt>
    <dgm:pt modelId="{B6F8DB6D-B056-4706-9F65-A807D1075AF4}" type="pres">
      <dgm:prSet presAssocID="{FED177DA-745D-47F7-9159-DB6F9E40AAB2}" presName="titleText2" presStyleLbl="fgAcc1" presStyleIdx="0" presStyleCnt="5">
        <dgm:presLayoutVars>
          <dgm:chMax val="0"/>
          <dgm:chPref val="0"/>
        </dgm:presLayoutVars>
      </dgm:prSet>
      <dgm:spPr/>
    </dgm:pt>
    <dgm:pt modelId="{BDC12958-7ADB-43F1-A5CF-33D5A62730D1}" type="pres">
      <dgm:prSet presAssocID="{FED177DA-745D-47F7-9159-DB6F9E40AAB2}" presName="rootConnector" presStyleLbl="node2" presStyleIdx="0" presStyleCnt="0"/>
      <dgm:spPr/>
    </dgm:pt>
    <dgm:pt modelId="{9410DF02-6037-4B3E-B2CC-3214282F2670}" type="pres">
      <dgm:prSet presAssocID="{FED177DA-745D-47F7-9159-DB6F9E40AAB2}" presName="hierChild4" presStyleCnt="0"/>
      <dgm:spPr/>
    </dgm:pt>
    <dgm:pt modelId="{28F295AD-252C-4388-847D-0AFD46CA4C22}" type="pres">
      <dgm:prSet presAssocID="{FED177DA-745D-47F7-9159-DB6F9E40AAB2}" presName="hierChild5" presStyleCnt="0"/>
      <dgm:spPr/>
    </dgm:pt>
    <dgm:pt modelId="{0B5078F0-6DCB-4191-8292-9B96881B6980}" type="pres">
      <dgm:prSet presAssocID="{FB36582B-F25D-4B37-9850-AF730FC92B3D}" presName="Name37" presStyleLbl="parChTrans1D2" presStyleIdx="1" presStyleCnt="3"/>
      <dgm:spPr/>
    </dgm:pt>
    <dgm:pt modelId="{06EABBF0-FBFF-4126-B4C2-BBC4D98D4680}" type="pres">
      <dgm:prSet presAssocID="{3052F7DF-D108-417A-AEFA-2127175D1511}" presName="hierRoot2" presStyleCnt="0">
        <dgm:presLayoutVars>
          <dgm:hierBranch val="init"/>
        </dgm:presLayoutVars>
      </dgm:prSet>
      <dgm:spPr/>
    </dgm:pt>
    <dgm:pt modelId="{8A04AE23-A4E7-4641-A927-1EFEB7576200}" type="pres">
      <dgm:prSet presAssocID="{3052F7DF-D108-417A-AEFA-2127175D1511}" presName="rootComposite" presStyleCnt="0"/>
      <dgm:spPr/>
    </dgm:pt>
    <dgm:pt modelId="{26398283-CF39-42F4-869C-3432D3AADC4F}" type="pres">
      <dgm:prSet presAssocID="{3052F7DF-D108-417A-AEFA-2127175D1511}" presName="rootText" presStyleLbl="node1" presStyleIdx="1" presStyleCnt="5">
        <dgm:presLayoutVars>
          <dgm:chMax/>
          <dgm:chPref val="3"/>
        </dgm:presLayoutVars>
      </dgm:prSet>
      <dgm:spPr/>
    </dgm:pt>
    <dgm:pt modelId="{1F344C7C-E52B-4E48-B719-5DBAAAD45F48}" type="pres">
      <dgm:prSet presAssocID="{3052F7DF-D108-417A-AEFA-2127175D1511}" presName="titleText2" presStyleLbl="fgAcc1" presStyleIdx="1" presStyleCnt="5">
        <dgm:presLayoutVars>
          <dgm:chMax val="0"/>
          <dgm:chPref val="0"/>
        </dgm:presLayoutVars>
      </dgm:prSet>
      <dgm:spPr/>
    </dgm:pt>
    <dgm:pt modelId="{3C24E8E2-4608-4C81-95C4-27BDBD724D5B}" type="pres">
      <dgm:prSet presAssocID="{3052F7DF-D108-417A-AEFA-2127175D1511}" presName="rootConnector" presStyleLbl="node2" presStyleIdx="0" presStyleCnt="0"/>
      <dgm:spPr/>
    </dgm:pt>
    <dgm:pt modelId="{DC332374-EEFC-4045-B516-9DB10AF2BCED}" type="pres">
      <dgm:prSet presAssocID="{3052F7DF-D108-417A-AEFA-2127175D1511}" presName="hierChild4" presStyleCnt="0"/>
      <dgm:spPr/>
    </dgm:pt>
    <dgm:pt modelId="{C9D42B5A-61E5-45AB-BD59-4E3876E3D1E3}" type="pres">
      <dgm:prSet presAssocID="{3052F7DF-D108-417A-AEFA-2127175D1511}" presName="hierChild5" presStyleCnt="0"/>
      <dgm:spPr/>
    </dgm:pt>
    <dgm:pt modelId="{6C7EE5E7-2E56-423A-9B8C-D3A01465B82D}" type="pres">
      <dgm:prSet presAssocID="{C0ACFF89-57ED-4D7B-A868-578600D84745}" presName="Name37" presStyleLbl="parChTrans1D2" presStyleIdx="2" presStyleCnt="3"/>
      <dgm:spPr/>
    </dgm:pt>
    <dgm:pt modelId="{260A6814-2871-438B-8180-655E102A6331}" type="pres">
      <dgm:prSet presAssocID="{328321FE-F44D-453E-BDCA-56F102B713BC}" presName="hierRoot2" presStyleCnt="0">
        <dgm:presLayoutVars>
          <dgm:hierBranch val="init"/>
        </dgm:presLayoutVars>
      </dgm:prSet>
      <dgm:spPr/>
    </dgm:pt>
    <dgm:pt modelId="{8404B69F-DD57-4308-BA9E-645F994B8AA5}" type="pres">
      <dgm:prSet presAssocID="{328321FE-F44D-453E-BDCA-56F102B713BC}" presName="rootComposite" presStyleCnt="0"/>
      <dgm:spPr/>
    </dgm:pt>
    <dgm:pt modelId="{2463D15D-E074-47E0-A8FB-E65C1718A403}" type="pres">
      <dgm:prSet presAssocID="{328321FE-F44D-453E-BDCA-56F102B713BC}" presName="rootText" presStyleLbl="node1" presStyleIdx="2" presStyleCnt="5">
        <dgm:presLayoutVars>
          <dgm:chMax/>
          <dgm:chPref val="3"/>
        </dgm:presLayoutVars>
      </dgm:prSet>
      <dgm:spPr/>
    </dgm:pt>
    <dgm:pt modelId="{FCD662A4-210D-45AB-87E5-588BCDA6AB5C}" type="pres">
      <dgm:prSet presAssocID="{328321FE-F44D-453E-BDCA-56F102B713BC}" presName="titleText2" presStyleLbl="fgAcc1" presStyleIdx="2" presStyleCnt="5">
        <dgm:presLayoutVars>
          <dgm:chMax val="0"/>
          <dgm:chPref val="0"/>
        </dgm:presLayoutVars>
      </dgm:prSet>
      <dgm:spPr/>
    </dgm:pt>
    <dgm:pt modelId="{D1A0FD10-75AA-40E7-8B01-8617743D0A31}" type="pres">
      <dgm:prSet presAssocID="{328321FE-F44D-453E-BDCA-56F102B713BC}" presName="rootConnector" presStyleLbl="node2" presStyleIdx="0" presStyleCnt="0"/>
      <dgm:spPr/>
    </dgm:pt>
    <dgm:pt modelId="{E8EBE63E-68AC-42BB-A499-DEF371EE40E7}" type="pres">
      <dgm:prSet presAssocID="{328321FE-F44D-453E-BDCA-56F102B713BC}" presName="hierChild4" presStyleCnt="0"/>
      <dgm:spPr/>
    </dgm:pt>
    <dgm:pt modelId="{A03F8272-CD31-43A6-AB03-0BFFC4777E2D}" type="pres">
      <dgm:prSet presAssocID="{F54A4B08-DFD6-4495-B2FB-AC3DC0111349}" presName="Name37" presStyleLbl="parChTrans1D3" presStyleIdx="0" presStyleCnt="2"/>
      <dgm:spPr/>
    </dgm:pt>
    <dgm:pt modelId="{ECC9941D-D1E0-4D16-AF45-9ADF2D10DB76}" type="pres">
      <dgm:prSet presAssocID="{B610F20E-53BF-4311-9A0E-C25353A2345E}" presName="hierRoot2" presStyleCnt="0">
        <dgm:presLayoutVars>
          <dgm:hierBranch val="init"/>
        </dgm:presLayoutVars>
      </dgm:prSet>
      <dgm:spPr/>
    </dgm:pt>
    <dgm:pt modelId="{E0911E7C-D8A2-444E-91EB-B044B9CAD03A}" type="pres">
      <dgm:prSet presAssocID="{B610F20E-53BF-4311-9A0E-C25353A2345E}" presName="rootComposite" presStyleCnt="0"/>
      <dgm:spPr/>
    </dgm:pt>
    <dgm:pt modelId="{6D7BACD6-98C6-463D-BEB8-6C4FD31B3D81}" type="pres">
      <dgm:prSet presAssocID="{B610F20E-53BF-4311-9A0E-C25353A2345E}" presName="rootText" presStyleLbl="node1" presStyleIdx="3" presStyleCnt="5">
        <dgm:presLayoutVars>
          <dgm:chMax/>
          <dgm:chPref val="3"/>
        </dgm:presLayoutVars>
      </dgm:prSet>
      <dgm:spPr/>
    </dgm:pt>
    <dgm:pt modelId="{BD60EDCD-A229-4BB7-A417-F056B6899B08}" type="pres">
      <dgm:prSet presAssocID="{B610F20E-53BF-4311-9A0E-C25353A2345E}" presName="titleText2" presStyleLbl="fgAcc1" presStyleIdx="3" presStyleCnt="5">
        <dgm:presLayoutVars>
          <dgm:chMax val="0"/>
          <dgm:chPref val="0"/>
        </dgm:presLayoutVars>
      </dgm:prSet>
      <dgm:spPr/>
    </dgm:pt>
    <dgm:pt modelId="{2308059C-5987-4BFA-B8BE-8E5F491D0EC0}" type="pres">
      <dgm:prSet presAssocID="{B610F20E-53BF-4311-9A0E-C25353A2345E}" presName="rootConnector" presStyleLbl="node3" presStyleIdx="0" presStyleCnt="0"/>
      <dgm:spPr/>
    </dgm:pt>
    <dgm:pt modelId="{C2340FA0-C5C6-45D5-AAA1-D7F787EC1E7B}" type="pres">
      <dgm:prSet presAssocID="{B610F20E-53BF-4311-9A0E-C25353A2345E}" presName="hierChild4" presStyleCnt="0"/>
      <dgm:spPr/>
    </dgm:pt>
    <dgm:pt modelId="{05130DFB-C35C-4379-ABD1-E9D09033D8CA}" type="pres">
      <dgm:prSet presAssocID="{B610F20E-53BF-4311-9A0E-C25353A2345E}" presName="hierChild5" presStyleCnt="0"/>
      <dgm:spPr/>
    </dgm:pt>
    <dgm:pt modelId="{FE3BD698-EE33-49D3-81F1-1E3B58160A1D}" type="pres">
      <dgm:prSet presAssocID="{BA4815CD-F0F4-4D6A-B28C-996508855357}" presName="Name37" presStyleLbl="parChTrans1D3" presStyleIdx="1" presStyleCnt="2"/>
      <dgm:spPr/>
    </dgm:pt>
    <dgm:pt modelId="{06AB5601-B95E-4CEB-B86C-C87DFBF549DD}" type="pres">
      <dgm:prSet presAssocID="{557AF02A-6BA1-4998-A2F7-997DAFF3F0FD}" presName="hierRoot2" presStyleCnt="0">
        <dgm:presLayoutVars>
          <dgm:hierBranch val="init"/>
        </dgm:presLayoutVars>
      </dgm:prSet>
      <dgm:spPr/>
    </dgm:pt>
    <dgm:pt modelId="{FD04A770-AB55-42B8-9A3D-6406B4320FFA}" type="pres">
      <dgm:prSet presAssocID="{557AF02A-6BA1-4998-A2F7-997DAFF3F0FD}" presName="rootComposite" presStyleCnt="0"/>
      <dgm:spPr/>
    </dgm:pt>
    <dgm:pt modelId="{1C560ACB-09A0-402C-82EC-46C58130983C}" type="pres">
      <dgm:prSet presAssocID="{557AF02A-6BA1-4998-A2F7-997DAFF3F0FD}" presName="rootText" presStyleLbl="node1" presStyleIdx="4" presStyleCnt="5">
        <dgm:presLayoutVars>
          <dgm:chMax/>
          <dgm:chPref val="3"/>
        </dgm:presLayoutVars>
      </dgm:prSet>
      <dgm:spPr/>
    </dgm:pt>
    <dgm:pt modelId="{498911D1-EA52-41EE-8C01-766EEC8D4969}" type="pres">
      <dgm:prSet presAssocID="{557AF02A-6BA1-4998-A2F7-997DAFF3F0FD}" presName="titleText2" presStyleLbl="fgAcc1" presStyleIdx="4" presStyleCnt="5">
        <dgm:presLayoutVars>
          <dgm:chMax val="0"/>
          <dgm:chPref val="0"/>
        </dgm:presLayoutVars>
      </dgm:prSet>
      <dgm:spPr/>
    </dgm:pt>
    <dgm:pt modelId="{4E796A17-32E6-4B26-A791-D85FA1716FEE}" type="pres">
      <dgm:prSet presAssocID="{557AF02A-6BA1-4998-A2F7-997DAFF3F0FD}" presName="rootConnector" presStyleLbl="node3" presStyleIdx="0" presStyleCnt="0"/>
      <dgm:spPr/>
    </dgm:pt>
    <dgm:pt modelId="{C70CF0AD-AF8A-42C9-8531-FBB7A7BB0E18}" type="pres">
      <dgm:prSet presAssocID="{557AF02A-6BA1-4998-A2F7-997DAFF3F0FD}" presName="hierChild4" presStyleCnt="0"/>
      <dgm:spPr/>
    </dgm:pt>
    <dgm:pt modelId="{05AA92B5-F900-441A-8F7A-1BCC7A93AAF5}" type="pres">
      <dgm:prSet presAssocID="{557AF02A-6BA1-4998-A2F7-997DAFF3F0FD}" presName="hierChild5" presStyleCnt="0"/>
      <dgm:spPr/>
    </dgm:pt>
    <dgm:pt modelId="{ACF47F5C-690F-4E08-9807-9EDF1452C723}" type="pres">
      <dgm:prSet presAssocID="{328321FE-F44D-453E-BDCA-56F102B713BC}" presName="hierChild5" presStyleCnt="0"/>
      <dgm:spPr/>
    </dgm:pt>
    <dgm:pt modelId="{415C59BA-F513-4208-81BB-358181588338}" type="pres">
      <dgm:prSet presAssocID="{D0BB595C-0871-42EB-B776-136E55D7DFEA}" presName="hierChild3" presStyleCnt="0"/>
      <dgm:spPr/>
    </dgm:pt>
  </dgm:ptLst>
  <dgm:cxnLst>
    <dgm:cxn modelId="{6834340F-E0A3-4D92-9AFD-5FF5225AB28D}" type="presOf" srcId="{DEC4550A-DCF7-4C18-BF09-1189F18C7CCD}" destId="{8D265F49-98BA-49DD-8546-7B64AFFFFA6C}" srcOrd="0" destOrd="0" presId="urn:microsoft.com/office/officeart/2008/layout/NameandTitleOrganizationalChart"/>
    <dgm:cxn modelId="{8F5B1413-A6F7-42D0-B97E-A12E059FEA42}" type="presOf" srcId="{328321FE-F44D-453E-BDCA-56F102B713BC}" destId="{2463D15D-E074-47E0-A8FB-E65C1718A403}" srcOrd="0" destOrd="0" presId="urn:microsoft.com/office/officeart/2008/layout/NameandTitleOrganizationalChart"/>
    <dgm:cxn modelId="{C00C7F1F-F95F-4978-9081-BCD4BA01F13F}" type="presOf" srcId="{FED177DA-745D-47F7-9159-DB6F9E40AAB2}" destId="{49734BC8-7CC7-4C48-89BD-858E97526626}" srcOrd="0" destOrd="0" presId="urn:microsoft.com/office/officeart/2008/layout/NameandTitleOrganizationalChart"/>
    <dgm:cxn modelId="{1DA14723-27DA-4A96-800D-F3E53AF18427}" type="presOf" srcId="{557AF02A-6BA1-4998-A2F7-997DAFF3F0FD}" destId="{1C560ACB-09A0-402C-82EC-46C58130983C}" srcOrd="0" destOrd="0" presId="urn:microsoft.com/office/officeart/2008/layout/NameandTitleOrganizationalChart"/>
    <dgm:cxn modelId="{E7F4D124-D921-4C55-85EB-37D409CE216C}" type="presOf" srcId="{ABF1D5A7-20F2-4370-8C77-C899042D83B6}" destId="{1F344C7C-E52B-4E48-B719-5DBAAAD45F48}" srcOrd="0" destOrd="0" presId="urn:microsoft.com/office/officeart/2008/layout/NameandTitleOrganizationalChart"/>
    <dgm:cxn modelId="{68EF2D2C-43DE-4ECC-BA0C-36CC2B4ADBF0}" type="presOf" srcId="{3052F7DF-D108-417A-AEFA-2127175D1511}" destId="{3C24E8E2-4608-4C81-95C4-27BDBD724D5B}" srcOrd="1" destOrd="0" presId="urn:microsoft.com/office/officeart/2008/layout/NameandTitleOrganizationalChart"/>
    <dgm:cxn modelId="{97BB462F-F766-4538-B009-EE8624EAEB88}" type="presOf" srcId="{C0ACFF89-57ED-4D7B-A868-578600D84745}" destId="{6C7EE5E7-2E56-423A-9B8C-D3A01465B82D}" srcOrd="0" destOrd="0" presId="urn:microsoft.com/office/officeart/2008/layout/NameandTitleOrganizationalChart"/>
    <dgm:cxn modelId="{5415F438-27F4-4B93-97B8-1C6B8BB8BA15}" type="presOf" srcId="{557AF02A-6BA1-4998-A2F7-997DAFF3F0FD}" destId="{4E796A17-32E6-4B26-A791-D85FA1716FEE}" srcOrd="1" destOrd="0" presId="urn:microsoft.com/office/officeart/2008/layout/NameandTitleOrganizationalChart"/>
    <dgm:cxn modelId="{7F2D7E48-213F-454E-AB8C-DC3BDD3EBF70}" srcId="{D0BB595C-0871-42EB-B776-136E55D7DFEA}" destId="{328321FE-F44D-453E-BDCA-56F102B713BC}" srcOrd="2" destOrd="0" parTransId="{C0ACFF89-57ED-4D7B-A868-578600D84745}" sibTransId="{B967C0B4-208F-41C2-AF87-423534E3FB6D}"/>
    <dgm:cxn modelId="{2E1FD448-E276-482E-BEBE-034FA3FD84DD}" type="presOf" srcId="{B610F20E-53BF-4311-9A0E-C25353A2345E}" destId="{6D7BACD6-98C6-463D-BEB8-6C4FD31B3D81}" srcOrd="0" destOrd="0" presId="urn:microsoft.com/office/officeart/2008/layout/NameandTitleOrganizationalChart"/>
    <dgm:cxn modelId="{EA891B4B-EEDE-45AF-BE60-EBB89171FF7B}" type="presOf" srcId="{B967C0B4-208F-41C2-AF87-423534E3FB6D}" destId="{FCD662A4-210D-45AB-87E5-588BCDA6AB5C}" srcOrd="0" destOrd="0" presId="urn:microsoft.com/office/officeart/2008/layout/NameandTitleOrganizationalChart"/>
    <dgm:cxn modelId="{5C046B4C-30BC-477C-827C-57686D3AF618}" type="presOf" srcId="{45363726-7198-439B-A472-65365142C1E6}" destId="{BD60EDCD-A229-4BB7-A417-F056B6899B08}" srcOrd="0" destOrd="0" presId="urn:microsoft.com/office/officeart/2008/layout/NameandTitleOrganizationalChart"/>
    <dgm:cxn modelId="{64E7ED4E-93BB-4FB6-89C7-817552CD3111}" type="presOf" srcId="{D0BB595C-0871-42EB-B776-136E55D7DFEA}" destId="{8623D718-C552-45E5-B67B-C9B9C0EE21FB}" srcOrd="1" destOrd="0" presId="urn:microsoft.com/office/officeart/2008/layout/NameandTitleOrganizationalChart"/>
    <dgm:cxn modelId="{C221DA77-B60C-4A25-8AF3-BC89D030EC12}" type="presOf" srcId="{FB36582B-F25D-4B37-9850-AF730FC92B3D}" destId="{0B5078F0-6DCB-4191-8292-9B96881B6980}" srcOrd="0" destOrd="0" presId="urn:microsoft.com/office/officeart/2008/layout/NameandTitleOrganizationalChart"/>
    <dgm:cxn modelId="{D0434278-2AE9-49BF-A2CA-62F972FB3AFF}" srcId="{328321FE-F44D-453E-BDCA-56F102B713BC}" destId="{B610F20E-53BF-4311-9A0E-C25353A2345E}" srcOrd="0" destOrd="0" parTransId="{F54A4B08-DFD6-4495-B2FB-AC3DC0111349}" sibTransId="{45363726-7198-439B-A472-65365142C1E6}"/>
    <dgm:cxn modelId="{6178A458-667F-4B22-A0AA-EAA41D305F12}" type="presOf" srcId="{EDD216C1-F7B8-4159-A5C5-ACB353C3B46E}" destId="{11B7C825-A60F-4EE5-A95F-FB0E7D580101}" srcOrd="0" destOrd="0" presId="urn:microsoft.com/office/officeart/2008/layout/NameandTitleOrganizationalChart"/>
    <dgm:cxn modelId="{705C4A80-4BC3-4679-9671-2D8A2B3B1655}" type="presOf" srcId="{61387D58-270E-421D-96C7-AB1C355A45A4}" destId="{FAFFFE23-0FBA-40A8-99A4-E7E03F66C3F7}" srcOrd="0" destOrd="0" presId="urn:microsoft.com/office/officeart/2008/layout/NameandTitleOrganizationalChart"/>
    <dgm:cxn modelId="{D4BADF85-A040-422F-9F4B-E7E2FEAF5AFA}" srcId="{D0BB595C-0871-42EB-B776-136E55D7DFEA}" destId="{3052F7DF-D108-417A-AEFA-2127175D1511}" srcOrd="1" destOrd="0" parTransId="{FB36582B-F25D-4B37-9850-AF730FC92B3D}" sibTransId="{ABF1D5A7-20F2-4370-8C77-C899042D83B6}"/>
    <dgm:cxn modelId="{8C8CD08B-0161-4924-AE6D-7BC81EB4CB75}" srcId="{328321FE-F44D-453E-BDCA-56F102B713BC}" destId="{557AF02A-6BA1-4998-A2F7-997DAFF3F0FD}" srcOrd="1" destOrd="0" parTransId="{BA4815CD-F0F4-4D6A-B28C-996508855357}" sibTransId="{BA0E5414-885A-40D0-8093-12535F78E77B}"/>
    <dgm:cxn modelId="{9B0C9E8E-9A79-4424-8F73-5C7076FF955C}" type="presOf" srcId="{D0BB595C-0871-42EB-B776-136E55D7DFEA}" destId="{F5DBF1E3-25AF-42D8-B661-0A687E59ABF2}" srcOrd="0" destOrd="0" presId="urn:microsoft.com/office/officeart/2008/layout/NameandTitleOrganizationalChart"/>
    <dgm:cxn modelId="{138EF7B2-72B2-47D7-9524-D3AE2494DDE8}" type="presOf" srcId="{BA0E5414-885A-40D0-8093-12535F78E77B}" destId="{498911D1-EA52-41EE-8C01-766EEC8D4969}" srcOrd="0" destOrd="0" presId="urn:microsoft.com/office/officeart/2008/layout/NameandTitleOrganizationalChart"/>
    <dgm:cxn modelId="{41B46FB9-A485-46B3-8244-65806DA84AC1}" type="presOf" srcId="{BA4815CD-F0F4-4D6A-B28C-996508855357}" destId="{FE3BD698-EE33-49D3-81F1-1E3B58160A1D}" srcOrd="0" destOrd="0" presId="urn:microsoft.com/office/officeart/2008/layout/NameandTitleOrganizationalChart"/>
    <dgm:cxn modelId="{34C178B9-FB30-48A5-A391-B42800ABF2AA}" type="presOf" srcId="{3052F7DF-D108-417A-AEFA-2127175D1511}" destId="{26398283-CF39-42F4-869C-3432D3AADC4F}" srcOrd="0" destOrd="0" presId="urn:microsoft.com/office/officeart/2008/layout/NameandTitleOrganizationalChart"/>
    <dgm:cxn modelId="{62794BBF-970F-4CE1-BEC0-7B1A10559A77}" type="presOf" srcId="{F54A4B08-DFD6-4495-B2FB-AC3DC0111349}" destId="{A03F8272-CD31-43A6-AB03-0BFFC4777E2D}" srcOrd="0" destOrd="0" presId="urn:microsoft.com/office/officeart/2008/layout/NameandTitleOrganizationalChart"/>
    <dgm:cxn modelId="{3A0ADDC9-1017-444E-9534-85BDBD641971}" srcId="{D0BB595C-0871-42EB-B776-136E55D7DFEA}" destId="{FED177DA-745D-47F7-9159-DB6F9E40AAB2}" srcOrd="0" destOrd="0" parTransId="{DEC4550A-DCF7-4C18-BF09-1189F18C7CCD}" sibTransId="{1C143F06-5D56-4C64-BE6D-E6DC7FF649A5}"/>
    <dgm:cxn modelId="{008B8DD4-C6F6-448E-86DD-F77995BD6B62}" type="presOf" srcId="{1C143F06-5D56-4C64-BE6D-E6DC7FF649A5}" destId="{B6F8DB6D-B056-4706-9F65-A807D1075AF4}" srcOrd="0" destOrd="0" presId="urn:microsoft.com/office/officeart/2008/layout/NameandTitleOrganizationalChart"/>
    <dgm:cxn modelId="{AE5924DA-C10D-4050-B367-0D9506A11D33}" type="presOf" srcId="{B610F20E-53BF-4311-9A0E-C25353A2345E}" destId="{2308059C-5987-4BFA-B8BE-8E5F491D0EC0}" srcOrd="1" destOrd="0" presId="urn:microsoft.com/office/officeart/2008/layout/NameandTitleOrganizationalChart"/>
    <dgm:cxn modelId="{6D6530E0-FF8D-4F8E-BE80-92DF4E5DCD43}" type="presOf" srcId="{FED177DA-745D-47F7-9159-DB6F9E40AAB2}" destId="{BDC12958-7ADB-43F1-A5CF-33D5A62730D1}" srcOrd="1" destOrd="0" presId="urn:microsoft.com/office/officeart/2008/layout/NameandTitleOrganizationalChart"/>
    <dgm:cxn modelId="{A4C100F3-8F61-4FB5-935B-8B37FF45E6BE}" type="presOf" srcId="{328321FE-F44D-453E-BDCA-56F102B713BC}" destId="{D1A0FD10-75AA-40E7-8B01-8617743D0A31}" srcOrd="1" destOrd="0" presId="urn:microsoft.com/office/officeart/2008/layout/NameandTitleOrganizationalChart"/>
    <dgm:cxn modelId="{E4455FF4-A57B-40F0-94CD-80D0FEAD8FDF}" srcId="{61387D58-270E-421D-96C7-AB1C355A45A4}" destId="{D0BB595C-0871-42EB-B776-136E55D7DFEA}" srcOrd="0" destOrd="0" parTransId="{B02086B0-638D-4E6B-992C-D8D19F2A4E17}" sibTransId="{EDD216C1-F7B8-4159-A5C5-ACB353C3B46E}"/>
    <dgm:cxn modelId="{F9493202-D4F0-40D8-A5D7-3F2CF6D7E3A7}" type="presParOf" srcId="{FAFFFE23-0FBA-40A8-99A4-E7E03F66C3F7}" destId="{AF0D5037-5E25-4323-8BE7-A9275F3D8289}" srcOrd="0" destOrd="0" presId="urn:microsoft.com/office/officeart/2008/layout/NameandTitleOrganizationalChart"/>
    <dgm:cxn modelId="{CF104E3B-E3B1-429B-BBD6-4E82AEDC7B2D}" type="presParOf" srcId="{AF0D5037-5E25-4323-8BE7-A9275F3D8289}" destId="{F8FD0E66-BD9E-4373-9E3B-379C465386DD}" srcOrd="0" destOrd="0" presId="urn:microsoft.com/office/officeart/2008/layout/NameandTitleOrganizationalChart"/>
    <dgm:cxn modelId="{A679F772-6CAA-4C97-B539-4D93E542CA86}" type="presParOf" srcId="{F8FD0E66-BD9E-4373-9E3B-379C465386DD}" destId="{F5DBF1E3-25AF-42D8-B661-0A687E59ABF2}" srcOrd="0" destOrd="0" presId="urn:microsoft.com/office/officeart/2008/layout/NameandTitleOrganizationalChart"/>
    <dgm:cxn modelId="{32767F41-D5CD-4BA7-B516-A8440957C01F}" type="presParOf" srcId="{F8FD0E66-BD9E-4373-9E3B-379C465386DD}" destId="{11B7C825-A60F-4EE5-A95F-FB0E7D580101}" srcOrd="1" destOrd="0" presId="urn:microsoft.com/office/officeart/2008/layout/NameandTitleOrganizationalChart"/>
    <dgm:cxn modelId="{21CFA072-DE62-47DC-A1F0-74FF80A8B24E}" type="presParOf" srcId="{F8FD0E66-BD9E-4373-9E3B-379C465386DD}" destId="{8623D718-C552-45E5-B67B-C9B9C0EE21FB}" srcOrd="2" destOrd="0" presId="urn:microsoft.com/office/officeart/2008/layout/NameandTitleOrganizationalChart"/>
    <dgm:cxn modelId="{B8A427D8-8393-4C13-A7F5-713868120707}" type="presParOf" srcId="{AF0D5037-5E25-4323-8BE7-A9275F3D8289}" destId="{EAB032D0-C46D-4352-95C3-572BD66D6AB8}" srcOrd="1" destOrd="0" presId="urn:microsoft.com/office/officeart/2008/layout/NameandTitleOrganizationalChart"/>
    <dgm:cxn modelId="{83C7A44D-CDBB-4DC9-BAB9-FA5BB75D2696}" type="presParOf" srcId="{EAB032D0-C46D-4352-95C3-572BD66D6AB8}" destId="{8D265F49-98BA-49DD-8546-7B64AFFFFA6C}" srcOrd="0" destOrd="0" presId="urn:microsoft.com/office/officeart/2008/layout/NameandTitleOrganizationalChart"/>
    <dgm:cxn modelId="{253A18AA-F50C-4AD8-95A2-10E222FC0D8B}" type="presParOf" srcId="{EAB032D0-C46D-4352-95C3-572BD66D6AB8}" destId="{9652D3F0-5B57-4F8D-9348-65383EF3DB51}" srcOrd="1" destOrd="0" presId="urn:microsoft.com/office/officeart/2008/layout/NameandTitleOrganizationalChart"/>
    <dgm:cxn modelId="{7CE712CC-14F4-45FE-B953-A05AA9859E21}" type="presParOf" srcId="{9652D3F0-5B57-4F8D-9348-65383EF3DB51}" destId="{91183E90-2F2F-4EEB-9027-939BC73E78E4}" srcOrd="0" destOrd="0" presId="urn:microsoft.com/office/officeart/2008/layout/NameandTitleOrganizationalChart"/>
    <dgm:cxn modelId="{50F02A5B-61E9-4036-879F-8BBC47254B5F}" type="presParOf" srcId="{91183E90-2F2F-4EEB-9027-939BC73E78E4}" destId="{49734BC8-7CC7-4C48-89BD-858E97526626}" srcOrd="0" destOrd="0" presId="urn:microsoft.com/office/officeart/2008/layout/NameandTitleOrganizationalChart"/>
    <dgm:cxn modelId="{19BFE07E-A872-4F2E-B063-61CFA52513F4}" type="presParOf" srcId="{91183E90-2F2F-4EEB-9027-939BC73E78E4}" destId="{B6F8DB6D-B056-4706-9F65-A807D1075AF4}" srcOrd="1" destOrd="0" presId="urn:microsoft.com/office/officeart/2008/layout/NameandTitleOrganizationalChart"/>
    <dgm:cxn modelId="{C7F368D1-C5CE-48B5-8770-1EC4F9953249}" type="presParOf" srcId="{91183E90-2F2F-4EEB-9027-939BC73E78E4}" destId="{BDC12958-7ADB-43F1-A5CF-33D5A62730D1}" srcOrd="2" destOrd="0" presId="urn:microsoft.com/office/officeart/2008/layout/NameandTitleOrganizationalChart"/>
    <dgm:cxn modelId="{DA6388B5-D441-4877-825F-6E201584966D}" type="presParOf" srcId="{9652D3F0-5B57-4F8D-9348-65383EF3DB51}" destId="{9410DF02-6037-4B3E-B2CC-3214282F2670}" srcOrd="1" destOrd="0" presId="urn:microsoft.com/office/officeart/2008/layout/NameandTitleOrganizationalChart"/>
    <dgm:cxn modelId="{1463C164-1F5B-4D54-AE0D-D640C47BF02F}" type="presParOf" srcId="{9652D3F0-5B57-4F8D-9348-65383EF3DB51}" destId="{28F295AD-252C-4388-847D-0AFD46CA4C22}" srcOrd="2" destOrd="0" presId="urn:microsoft.com/office/officeart/2008/layout/NameandTitleOrganizationalChart"/>
    <dgm:cxn modelId="{01FD381F-C476-47E1-92EC-464E7E58D4F5}" type="presParOf" srcId="{EAB032D0-C46D-4352-95C3-572BD66D6AB8}" destId="{0B5078F0-6DCB-4191-8292-9B96881B6980}" srcOrd="2" destOrd="0" presId="urn:microsoft.com/office/officeart/2008/layout/NameandTitleOrganizationalChart"/>
    <dgm:cxn modelId="{38407AFB-989A-4EDC-9BD6-59C15360632E}" type="presParOf" srcId="{EAB032D0-C46D-4352-95C3-572BD66D6AB8}" destId="{06EABBF0-FBFF-4126-B4C2-BBC4D98D4680}" srcOrd="3" destOrd="0" presId="urn:microsoft.com/office/officeart/2008/layout/NameandTitleOrganizationalChart"/>
    <dgm:cxn modelId="{EDA2598D-2276-4850-A240-361E50ECD106}" type="presParOf" srcId="{06EABBF0-FBFF-4126-B4C2-BBC4D98D4680}" destId="{8A04AE23-A4E7-4641-A927-1EFEB7576200}" srcOrd="0" destOrd="0" presId="urn:microsoft.com/office/officeart/2008/layout/NameandTitleOrganizationalChart"/>
    <dgm:cxn modelId="{39C051C0-397C-4F62-9292-35D58669B344}" type="presParOf" srcId="{8A04AE23-A4E7-4641-A927-1EFEB7576200}" destId="{26398283-CF39-42F4-869C-3432D3AADC4F}" srcOrd="0" destOrd="0" presId="urn:microsoft.com/office/officeart/2008/layout/NameandTitleOrganizationalChart"/>
    <dgm:cxn modelId="{9B818881-3F61-4376-874C-2E77241F19BB}" type="presParOf" srcId="{8A04AE23-A4E7-4641-A927-1EFEB7576200}" destId="{1F344C7C-E52B-4E48-B719-5DBAAAD45F48}" srcOrd="1" destOrd="0" presId="urn:microsoft.com/office/officeart/2008/layout/NameandTitleOrganizationalChart"/>
    <dgm:cxn modelId="{A6E90FAD-C83A-47CA-86ED-A16DE0CF0DAE}" type="presParOf" srcId="{8A04AE23-A4E7-4641-A927-1EFEB7576200}" destId="{3C24E8E2-4608-4C81-95C4-27BDBD724D5B}" srcOrd="2" destOrd="0" presId="urn:microsoft.com/office/officeart/2008/layout/NameandTitleOrganizationalChart"/>
    <dgm:cxn modelId="{E10DDD18-DCD5-498A-A726-4F461E1D10C2}" type="presParOf" srcId="{06EABBF0-FBFF-4126-B4C2-BBC4D98D4680}" destId="{DC332374-EEFC-4045-B516-9DB10AF2BCED}" srcOrd="1" destOrd="0" presId="urn:microsoft.com/office/officeart/2008/layout/NameandTitleOrganizationalChart"/>
    <dgm:cxn modelId="{32CE64DE-4E9B-4620-B64F-441BB82F4B70}" type="presParOf" srcId="{06EABBF0-FBFF-4126-B4C2-BBC4D98D4680}" destId="{C9D42B5A-61E5-45AB-BD59-4E3876E3D1E3}" srcOrd="2" destOrd="0" presId="urn:microsoft.com/office/officeart/2008/layout/NameandTitleOrganizationalChart"/>
    <dgm:cxn modelId="{AE72728F-EF19-446D-9082-6D0903F1D196}" type="presParOf" srcId="{EAB032D0-C46D-4352-95C3-572BD66D6AB8}" destId="{6C7EE5E7-2E56-423A-9B8C-D3A01465B82D}" srcOrd="4" destOrd="0" presId="urn:microsoft.com/office/officeart/2008/layout/NameandTitleOrganizationalChart"/>
    <dgm:cxn modelId="{E5263FB2-0E60-4AFB-B34C-EBF6E91C565B}" type="presParOf" srcId="{EAB032D0-C46D-4352-95C3-572BD66D6AB8}" destId="{260A6814-2871-438B-8180-655E102A6331}" srcOrd="5" destOrd="0" presId="urn:microsoft.com/office/officeart/2008/layout/NameandTitleOrganizationalChart"/>
    <dgm:cxn modelId="{52F2F8E8-176F-433E-BDBB-595CD9444633}" type="presParOf" srcId="{260A6814-2871-438B-8180-655E102A6331}" destId="{8404B69F-DD57-4308-BA9E-645F994B8AA5}" srcOrd="0" destOrd="0" presId="urn:microsoft.com/office/officeart/2008/layout/NameandTitleOrganizationalChart"/>
    <dgm:cxn modelId="{2D85BEEE-D670-4119-892D-FDC41D1B11F8}" type="presParOf" srcId="{8404B69F-DD57-4308-BA9E-645F994B8AA5}" destId="{2463D15D-E074-47E0-A8FB-E65C1718A403}" srcOrd="0" destOrd="0" presId="urn:microsoft.com/office/officeart/2008/layout/NameandTitleOrganizationalChart"/>
    <dgm:cxn modelId="{675AAE67-50D7-49F1-BD9B-83E912667F0E}" type="presParOf" srcId="{8404B69F-DD57-4308-BA9E-645F994B8AA5}" destId="{FCD662A4-210D-45AB-87E5-588BCDA6AB5C}" srcOrd="1" destOrd="0" presId="urn:microsoft.com/office/officeart/2008/layout/NameandTitleOrganizationalChart"/>
    <dgm:cxn modelId="{37B35B4B-6053-4E1F-B991-E97A4D100137}" type="presParOf" srcId="{8404B69F-DD57-4308-BA9E-645F994B8AA5}" destId="{D1A0FD10-75AA-40E7-8B01-8617743D0A31}" srcOrd="2" destOrd="0" presId="urn:microsoft.com/office/officeart/2008/layout/NameandTitleOrganizationalChart"/>
    <dgm:cxn modelId="{86E1D11A-89E1-43D5-9475-C004C7C33D9E}" type="presParOf" srcId="{260A6814-2871-438B-8180-655E102A6331}" destId="{E8EBE63E-68AC-42BB-A499-DEF371EE40E7}" srcOrd="1" destOrd="0" presId="urn:microsoft.com/office/officeart/2008/layout/NameandTitleOrganizationalChart"/>
    <dgm:cxn modelId="{D5807B16-C05F-4D21-AF65-BC721B6B25B9}" type="presParOf" srcId="{E8EBE63E-68AC-42BB-A499-DEF371EE40E7}" destId="{A03F8272-CD31-43A6-AB03-0BFFC4777E2D}" srcOrd="0" destOrd="0" presId="urn:microsoft.com/office/officeart/2008/layout/NameandTitleOrganizationalChart"/>
    <dgm:cxn modelId="{38EE7F4C-FC1A-45D5-80F7-3A2EB390C8AE}" type="presParOf" srcId="{E8EBE63E-68AC-42BB-A499-DEF371EE40E7}" destId="{ECC9941D-D1E0-4D16-AF45-9ADF2D10DB76}" srcOrd="1" destOrd="0" presId="urn:microsoft.com/office/officeart/2008/layout/NameandTitleOrganizationalChart"/>
    <dgm:cxn modelId="{7B5FE34F-63D5-44AB-A07B-CD12AE15B212}" type="presParOf" srcId="{ECC9941D-D1E0-4D16-AF45-9ADF2D10DB76}" destId="{E0911E7C-D8A2-444E-91EB-B044B9CAD03A}" srcOrd="0" destOrd="0" presId="urn:microsoft.com/office/officeart/2008/layout/NameandTitleOrganizationalChart"/>
    <dgm:cxn modelId="{7EB8DA97-6A0A-4BEE-8DC0-B3184773022D}" type="presParOf" srcId="{E0911E7C-D8A2-444E-91EB-B044B9CAD03A}" destId="{6D7BACD6-98C6-463D-BEB8-6C4FD31B3D81}" srcOrd="0" destOrd="0" presId="urn:microsoft.com/office/officeart/2008/layout/NameandTitleOrganizationalChart"/>
    <dgm:cxn modelId="{E7DDC3F1-0AE3-4C7A-9E9F-D11CDA5042DE}" type="presParOf" srcId="{E0911E7C-D8A2-444E-91EB-B044B9CAD03A}" destId="{BD60EDCD-A229-4BB7-A417-F056B6899B08}" srcOrd="1" destOrd="0" presId="urn:microsoft.com/office/officeart/2008/layout/NameandTitleOrganizationalChart"/>
    <dgm:cxn modelId="{D703C0B1-AE46-4E29-8E63-2CA73A58FF78}" type="presParOf" srcId="{E0911E7C-D8A2-444E-91EB-B044B9CAD03A}" destId="{2308059C-5987-4BFA-B8BE-8E5F491D0EC0}" srcOrd="2" destOrd="0" presId="urn:microsoft.com/office/officeart/2008/layout/NameandTitleOrganizationalChart"/>
    <dgm:cxn modelId="{FA34D3EA-B367-4E69-908B-465A2C6CDF6C}" type="presParOf" srcId="{ECC9941D-D1E0-4D16-AF45-9ADF2D10DB76}" destId="{C2340FA0-C5C6-45D5-AAA1-D7F787EC1E7B}" srcOrd="1" destOrd="0" presId="urn:microsoft.com/office/officeart/2008/layout/NameandTitleOrganizationalChart"/>
    <dgm:cxn modelId="{F787066B-E081-44FF-9B91-39B641747AFE}" type="presParOf" srcId="{ECC9941D-D1E0-4D16-AF45-9ADF2D10DB76}" destId="{05130DFB-C35C-4379-ABD1-E9D09033D8CA}" srcOrd="2" destOrd="0" presId="urn:microsoft.com/office/officeart/2008/layout/NameandTitleOrganizationalChart"/>
    <dgm:cxn modelId="{429726FE-42E5-4A6E-836E-E95C98EE445F}" type="presParOf" srcId="{E8EBE63E-68AC-42BB-A499-DEF371EE40E7}" destId="{FE3BD698-EE33-49D3-81F1-1E3B58160A1D}" srcOrd="2" destOrd="0" presId="urn:microsoft.com/office/officeart/2008/layout/NameandTitleOrganizationalChart"/>
    <dgm:cxn modelId="{24AB372A-404E-4E99-BA11-FFDAAC35452A}" type="presParOf" srcId="{E8EBE63E-68AC-42BB-A499-DEF371EE40E7}" destId="{06AB5601-B95E-4CEB-B86C-C87DFBF549DD}" srcOrd="3" destOrd="0" presId="urn:microsoft.com/office/officeart/2008/layout/NameandTitleOrganizationalChart"/>
    <dgm:cxn modelId="{F5A73C50-A852-4A5C-8AF6-48EFE14DC23D}" type="presParOf" srcId="{06AB5601-B95E-4CEB-B86C-C87DFBF549DD}" destId="{FD04A770-AB55-42B8-9A3D-6406B4320FFA}" srcOrd="0" destOrd="0" presId="urn:microsoft.com/office/officeart/2008/layout/NameandTitleOrganizationalChart"/>
    <dgm:cxn modelId="{DC159A84-EBD0-4CCF-9993-1788EF63CF27}" type="presParOf" srcId="{FD04A770-AB55-42B8-9A3D-6406B4320FFA}" destId="{1C560ACB-09A0-402C-82EC-46C58130983C}" srcOrd="0" destOrd="0" presId="urn:microsoft.com/office/officeart/2008/layout/NameandTitleOrganizationalChart"/>
    <dgm:cxn modelId="{EC18808D-99E0-4EBA-91A6-EDA9D0E4C84B}" type="presParOf" srcId="{FD04A770-AB55-42B8-9A3D-6406B4320FFA}" destId="{498911D1-EA52-41EE-8C01-766EEC8D4969}" srcOrd="1" destOrd="0" presId="urn:microsoft.com/office/officeart/2008/layout/NameandTitleOrganizationalChart"/>
    <dgm:cxn modelId="{66FF3429-8B81-4F45-98C1-C7E97C55DC3E}" type="presParOf" srcId="{FD04A770-AB55-42B8-9A3D-6406B4320FFA}" destId="{4E796A17-32E6-4B26-A791-D85FA1716FEE}" srcOrd="2" destOrd="0" presId="urn:microsoft.com/office/officeart/2008/layout/NameandTitleOrganizationalChart"/>
    <dgm:cxn modelId="{E874EBA4-3843-41F3-8151-F25CF9E3631B}" type="presParOf" srcId="{06AB5601-B95E-4CEB-B86C-C87DFBF549DD}" destId="{C70CF0AD-AF8A-42C9-8531-FBB7A7BB0E18}" srcOrd="1" destOrd="0" presId="urn:microsoft.com/office/officeart/2008/layout/NameandTitleOrganizationalChart"/>
    <dgm:cxn modelId="{D3C59423-2EEA-411A-BFB7-331A1DA9102E}" type="presParOf" srcId="{06AB5601-B95E-4CEB-B86C-C87DFBF549DD}" destId="{05AA92B5-F900-441A-8F7A-1BCC7A93AAF5}" srcOrd="2" destOrd="0" presId="urn:microsoft.com/office/officeart/2008/layout/NameandTitleOrganizationalChart"/>
    <dgm:cxn modelId="{FB495F77-E6D9-4674-B902-2F8F71223593}" type="presParOf" srcId="{260A6814-2871-438B-8180-655E102A6331}" destId="{ACF47F5C-690F-4E08-9807-9EDF1452C723}" srcOrd="2" destOrd="0" presId="urn:microsoft.com/office/officeart/2008/layout/NameandTitleOrganizationalChart"/>
    <dgm:cxn modelId="{2259122D-E682-410B-B16B-629290436982}" type="presParOf" srcId="{AF0D5037-5E25-4323-8BE7-A9275F3D8289}" destId="{415C59BA-F513-4208-81BB-35818158833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BD698-EE33-49D3-81F1-1E3B58160A1D}">
      <dsp:nvSpPr>
        <dsp:cNvPr id="0" name=""/>
        <dsp:cNvSpPr/>
      </dsp:nvSpPr>
      <dsp:spPr>
        <a:xfrm>
          <a:off x="5775018" y="3121091"/>
          <a:ext cx="1200324" cy="535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12"/>
              </a:lnTo>
              <a:lnTo>
                <a:pt x="1200324" y="319112"/>
              </a:lnTo>
              <a:lnTo>
                <a:pt x="1200324" y="535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3F8272-CD31-43A6-AB03-0BFFC4777E2D}">
      <dsp:nvSpPr>
        <dsp:cNvPr id="0" name=""/>
        <dsp:cNvSpPr/>
      </dsp:nvSpPr>
      <dsp:spPr>
        <a:xfrm>
          <a:off x="4574694" y="3121091"/>
          <a:ext cx="1200324" cy="535285"/>
        </a:xfrm>
        <a:custGeom>
          <a:avLst/>
          <a:gdLst/>
          <a:ahLst/>
          <a:cxnLst/>
          <a:rect l="0" t="0" r="0" b="0"/>
          <a:pathLst>
            <a:path>
              <a:moveTo>
                <a:pt x="1200324" y="0"/>
              </a:moveTo>
              <a:lnTo>
                <a:pt x="1200324" y="319112"/>
              </a:lnTo>
              <a:lnTo>
                <a:pt x="0" y="319112"/>
              </a:lnTo>
              <a:lnTo>
                <a:pt x="0" y="535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EE5E7-2E56-423A-9B8C-D3A01465B82D}">
      <dsp:nvSpPr>
        <dsp:cNvPr id="0" name=""/>
        <dsp:cNvSpPr/>
      </dsp:nvSpPr>
      <dsp:spPr>
        <a:xfrm>
          <a:off x="3374369" y="1659351"/>
          <a:ext cx="2400649" cy="535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9112"/>
              </a:lnTo>
              <a:lnTo>
                <a:pt x="2400649" y="319112"/>
              </a:lnTo>
              <a:lnTo>
                <a:pt x="2400649" y="5352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5078F0-6DCB-4191-8292-9B96881B6980}">
      <dsp:nvSpPr>
        <dsp:cNvPr id="0" name=""/>
        <dsp:cNvSpPr/>
      </dsp:nvSpPr>
      <dsp:spPr>
        <a:xfrm>
          <a:off x="3328649" y="1659351"/>
          <a:ext cx="91440" cy="5352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52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265F49-98BA-49DD-8546-7B64AFFFFA6C}">
      <dsp:nvSpPr>
        <dsp:cNvPr id="0" name=""/>
        <dsp:cNvSpPr/>
      </dsp:nvSpPr>
      <dsp:spPr>
        <a:xfrm>
          <a:off x="973719" y="1659351"/>
          <a:ext cx="2400649" cy="535285"/>
        </a:xfrm>
        <a:custGeom>
          <a:avLst/>
          <a:gdLst/>
          <a:ahLst/>
          <a:cxnLst/>
          <a:rect l="0" t="0" r="0" b="0"/>
          <a:pathLst>
            <a:path>
              <a:moveTo>
                <a:pt x="2400649" y="0"/>
              </a:moveTo>
              <a:lnTo>
                <a:pt x="2400649" y="319112"/>
              </a:lnTo>
              <a:lnTo>
                <a:pt x="0" y="319112"/>
              </a:lnTo>
              <a:lnTo>
                <a:pt x="0" y="5352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BF1E3-25AF-42D8-B661-0A687E59ABF2}">
      <dsp:nvSpPr>
        <dsp:cNvPr id="0" name=""/>
        <dsp:cNvSpPr/>
      </dsp:nvSpPr>
      <dsp:spPr>
        <a:xfrm>
          <a:off x="2479685" y="732896"/>
          <a:ext cx="1789367" cy="926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130733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500" kern="1200" dirty="0"/>
            <a:t>Johtaja</a:t>
          </a:r>
        </a:p>
      </dsp:txBody>
      <dsp:txXfrm>
        <a:off x="2479685" y="732896"/>
        <a:ext cx="1789367" cy="926455"/>
      </dsp:txXfrm>
    </dsp:sp>
    <dsp:sp modelId="{11B7C825-A60F-4EE5-A95F-FB0E7D580101}">
      <dsp:nvSpPr>
        <dsp:cNvPr id="0" name=""/>
        <dsp:cNvSpPr/>
      </dsp:nvSpPr>
      <dsp:spPr>
        <a:xfrm>
          <a:off x="2837559" y="1453472"/>
          <a:ext cx="1610430" cy="3088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i-FI" sz="2000" kern="1200"/>
        </a:p>
      </dsp:txBody>
      <dsp:txXfrm>
        <a:off x="2837559" y="1453472"/>
        <a:ext cx="1610430" cy="308818"/>
      </dsp:txXfrm>
    </dsp:sp>
    <dsp:sp modelId="{49734BC8-7CC7-4C48-89BD-858E97526626}">
      <dsp:nvSpPr>
        <dsp:cNvPr id="0" name=""/>
        <dsp:cNvSpPr/>
      </dsp:nvSpPr>
      <dsp:spPr>
        <a:xfrm>
          <a:off x="79035" y="2194636"/>
          <a:ext cx="1789367" cy="926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130733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500" kern="1200" dirty="0"/>
            <a:t>alainen</a:t>
          </a:r>
        </a:p>
      </dsp:txBody>
      <dsp:txXfrm>
        <a:off x="79035" y="2194636"/>
        <a:ext cx="1789367" cy="926455"/>
      </dsp:txXfrm>
    </dsp:sp>
    <dsp:sp modelId="{B6F8DB6D-B056-4706-9F65-A807D1075AF4}">
      <dsp:nvSpPr>
        <dsp:cNvPr id="0" name=""/>
        <dsp:cNvSpPr/>
      </dsp:nvSpPr>
      <dsp:spPr>
        <a:xfrm>
          <a:off x="436909" y="2915212"/>
          <a:ext cx="1610430" cy="3088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i-FI" sz="2000" kern="1200"/>
        </a:p>
      </dsp:txBody>
      <dsp:txXfrm>
        <a:off x="436909" y="2915212"/>
        <a:ext cx="1610430" cy="308818"/>
      </dsp:txXfrm>
    </dsp:sp>
    <dsp:sp modelId="{26398283-CF39-42F4-869C-3432D3AADC4F}">
      <dsp:nvSpPr>
        <dsp:cNvPr id="0" name=""/>
        <dsp:cNvSpPr/>
      </dsp:nvSpPr>
      <dsp:spPr>
        <a:xfrm>
          <a:off x="2479685" y="2194636"/>
          <a:ext cx="1789367" cy="926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130733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500" kern="1200" dirty="0"/>
            <a:t>alainen</a:t>
          </a:r>
        </a:p>
      </dsp:txBody>
      <dsp:txXfrm>
        <a:off x="2479685" y="2194636"/>
        <a:ext cx="1789367" cy="926455"/>
      </dsp:txXfrm>
    </dsp:sp>
    <dsp:sp modelId="{1F344C7C-E52B-4E48-B719-5DBAAAD45F48}">
      <dsp:nvSpPr>
        <dsp:cNvPr id="0" name=""/>
        <dsp:cNvSpPr/>
      </dsp:nvSpPr>
      <dsp:spPr>
        <a:xfrm>
          <a:off x="2837559" y="2915212"/>
          <a:ext cx="1610430" cy="3088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i-FI" sz="2000" kern="1200"/>
        </a:p>
      </dsp:txBody>
      <dsp:txXfrm>
        <a:off x="2837559" y="2915212"/>
        <a:ext cx="1610430" cy="308818"/>
      </dsp:txXfrm>
    </dsp:sp>
    <dsp:sp modelId="{2463D15D-E074-47E0-A8FB-E65C1718A403}">
      <dsp:nvSpPr>
        <dsp:cNvPr id="0" name=""/>
        <dsp:cNvSpPr/>
      </dsp:nvSpPr>
      <dsp:spPr>
        <a:xfrm>
          <a:off x="4880335" y="2194636"/>
          <a:ext cx="1789367" cy="926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130733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500" kern="1200" dirty="0"/>
            <a:t>alainen</a:t>
          </a:r>
        </a:p>
      </dsp:txBody>
      <dsp:txXfrm>
        <a:off x="4880335" y="2194636"/>
        <a:ext cx="1789367" cy="926455"/>
      </dsp:txXfrm>
    </dsp:sp>
    <dsp:sp modelId="{FCD662A4-210D-45AB-87E5-588BCDA6AB5C}">
      <dsp:nvSpPr>
        <dsp:cNvPr id="0" name=""/>
        <dsp:cNvSpPr/>
      </dsp:nvSpPr>
      <dsp:spPr>
        <a:xfrm>
          <a:off x="5238208" y="2915212"/>
          <a:ext cx="1610430" cy="3088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i-FI" sz="2000" kern="1200"/>
        </a:p>
      </dsp:txBody>
      <dsp:txXfrm>
        <a:off x="5238208" y="2915212"/>
        <a:ext cx="1610430" cy="308818"/>
      </dsp:txXfrm>
    </dsp:sp>
    <dsp:sp modelId="{6D7BACD6-98C6-463D-BEB8-6C4FD31B3D81}">
      <dsp:nvSpPr>
        <dsp:cNvPr id="0" name=""/>
        <dsp:cNvSpPr/>
      </dsp:nvSpPr>
      <dsp:spPr>
        <a:xfrm>
          <a:off x="3680010" y="3656376"/>
          <a:ext cx="1789367" cy="926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130733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500" kern="1200" dirty="0"/>
            <a:t>alainen</a:t>
          </a:r>
        </a:p>
      </dsp:txBody>
      <dsp:txXfrm>
        <a:off x="3680010" y="3656376"/>
        <a:ext cx="1789367" cy="926455"/>
      </dsp:txXfrm>
    </dsp:sp>
    <dsp:sp modelId="{BD60EDCD-A229-4BB7-A417-F056B6899B08}">
      <dsp:nvSpPr>
        <dsp:cNvPr id="0" name=""/>
        <dsp:cNvSpPr/>
      </dsp:nvSpPr>
      <dsp:spPr>
        <a:xfrm>
          <a:off x="4037883" y="4376952"/>
          <a:ext cx="1610430" cy="3088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i-FI" sz="2000" kern="1200"/>
        </a:p>
      </dsp:txBody>
      <dsp:txXfrm>
        <a:off x="4037883" y="4376952"/>
        <a:ext cx="1610430" cy="308818"/>
      </dsp:txXfrm>
    </dsp:sp>
    <dsp:sp modelId="{1C560ACB-09A0-402C-82EC-46C58130983C}">
      <dsp:nvSpPr>
        <dsp:cNvPr id="0" name=""/>
        <dsp:cNvSpPr/>
      </dsp:nvSpPr>
      <dsp:spPr>
        <a:xfrm>
          <a:off x="6080660" y="3656376"/>
          <a:ext cx="1789367" cy="926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130733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4500" kern="1200" dirty="0"/>
            <a:t>alainen</a:t>
          </a:r>
        </a:p>
      </dsp:txBody>
      <dsp:txXfrm>
        <a:off x="6080660" y="3656376"/>
        <a:ext cx="1789367" cy="926455"/>
      </dsp:txXfrm>
    </dsp:sp>
    <dsp:sp modelId="{498911D1-EA52-41EE-8C01-766EEC8D4969}">
      <dsp:nvSpPr>
        <dsp:cNvPr id="0" name=""/>
        <dsp:cNvSpPr/>
      </dsp:nvSpPr>
      <dsp:spPr>
        <a:xfrm>
          <a:off x="6438533" y="4376952"/>
          <a:ext cx="1610430" cy="3088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i-FI" sz="2000" kern="1200"/>
        </a:p>
      </dsp:txBody>
      <dsp:txXfrm>
        <a:off x="6438533" y="4376952"/>
        <a:ext cx="1610430" cy="30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B6DCDC9-58C8-4533-A1F6-129D383A1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DE2A405-DFDD-4E62-9F04-4B492A5A0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7E48034-03FC-4B2A-B541-9339AFCF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AD79B2E-2233-47E5-917B-FCC79D67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76E184E-9C46-49B1-BDD2-3316F652A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68193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7E1134F-F081-428F-98EC-C410277E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016911E-F16F-4E45-A801-4ECD26EA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800AFE6-0F7F-4B36-A6D3-8A3F8C51C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DA035B4-3559-45DC-8762-38C0E4996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F187B5D-4B31-4578-BB52-9D79B37C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6190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1800DC7-2D6E-42BA-8A40-F5C95F51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B39289BB-F0F0-4D95-8745-DDD2BB6D6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EC3D85F-2F0C-4F22-B789-ECE53811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5611B36-A000-4244-9757-3AFB04C7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F6DC20F-FE75-422C-8483-0D433C94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0702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EFDA3A7-4E6C-4862-862E-533693AA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7D20CE6-BD86-4A14-AA2D-5D5BDDE00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33DC897C-3E71-465C-BF80-857D40BE6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F9C90AF-DC1C-4AB5-A509-DF6DD210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6E669E03-603E-46B2-843C-86238F4D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812DB6D8-4E2C-4789-BF66-1E5D8B40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985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27C4440-B60C-4972-B283-0319808E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36C77B7-606E-4A8E-8762-6CF0D0733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9802F6E3-FE93-48F4-A35F-4C35EF51A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8C14AF22-03D5-4B17-8CEA-D90C773B9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9D70EE65-4A82-408D-8096-86F1676F1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EA5656D2-1FA6-4E24-AA56-F8C6B3D2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1C55411C-CF1D-4F6A-B5E5-3543C656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5A3E81F7-160B-402F-9510-0F43E79C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728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046ECEA-E790-4AFE-9FD6-4553C089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BBC59DCD-D09D-40DE-A180-104D9853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1FF8D7E-C36D-44ED-B07D-40666612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A55B252-082A-4E75-812D-28EA2DD3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6777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40755C15-5DFA-4310-9CB8-A006063D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B48EF74A-5740-4C80-BBFC-66D1A8FB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9BAF384D-F1B5-47B4-B50E-A59CFE8B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8339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728C974-3C6B-4C96-BC4E-9323A54B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75E9FE1-07A9-4D16-A990-0006F86EF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AA4AF3CA-CCE7-44FA-B0A7-BB2E0F366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883A0D8-6D3F-48AC-B143-70ED642A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455FF7A-EE2D-4E26-A5B9-8626FF2C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83EE08F-90B6-433E-AA85-7934AE32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2170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C5997C3-0FFE-444D-8C70-378E5D2B5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B08CD5B5-9FB2-4219-B2E6-AF6F3CF18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14CB397E-DB1E-4A59-8D8C-F539FAD9A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99A9021-C55E-411B-B24C-4AC433D3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67D5DEA1-522A-46F6-922B-65EA42B8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CDB7615F-CAC8-4D8F-B1BB-4530CC22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0954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F148C6B-D92F-4A0F-9115-15C49E61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658DA344-931A-408D-98EC-968F06260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3CF3D86-9C12-4348-964C-F99A3527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CE5DB32-8D57-409A-9A36-67827F1B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99C09A1-8D55-4127-8E5F-144507B1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3049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0DCB4296-B0D7-4630-9179-F9F55B08B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11B7612F-7CB7-460E-8D2C-FF002C298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8490A87-6E8F-49E8-86F2-28031AFB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B013BA9-6A32-432F-98AC-C54ABCFEC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2F9FB80-6403-4884-B605-9EF7036B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4918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B3EF8CDB-3BB3-4705-BAF8-86EAA520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A800EEF1-3568-44D4-86A8-B71DAF65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B41CC6B-1B6E-4FED-91AB-F354B2CCB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2BB9C-CA36-4F21-A8DD-CC6289AD7EEA}" type="datetimeFigureOut">
              <a:rPr lang="fi-FI" smtClean="0"/>
              <a:t>5.5.2021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8576B62-A3AA-48A2-81A3-F6785FE7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93728A2-85DA-47EA-8611-26F68757A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24D01-20FC-4A1A-A490-C61F298B354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4116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fi/photo/41640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XF34-Wu6qWU?feature=oembed" TargetMode="Externa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37EBA36-6E1C-409C-ABD0-8BC72325B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PowerPoint</a:t>
            </a:r>
          </a:p>
        </p:txBody>
      </p:sp>
      <p:pic>
        <p:nvPicPr>
          <p:cNvPr id="5" name="Kuva 4" descr="Kuva, joka sisältää kohteen henkilö, seinä, sisä, päällä pitäminen&#10;&#10;Kuvaus luotu automaattisesti">
            <a:extLst>
              <a:ext uri="{FF2B5EF4-FFF2-40B4-BE49-F238E27FC236}">
                <a16:creationId xmlns:a16="http://schemas.microsoft.com/office/drawing/2014/main" id="{B8BD6848-36E5-4E1B-9539-9AFAD365D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587"/>
            <a:ext cx="1743075" cy="1944441"/>
          </a:xfrm>
          <a:prstGeom prst="rect">
            <a:avLst/>
          </a:prstGeom>
        </p:spPr>
      </p:pic>
      <p:sp>
        <p:nvSpPr>
          <p:cNvPr id="3" name="Alaotsikko 2">
            <a:extLst>
              <a:ext uri="{FF2B5EF4-FFF2-40B4-BE49-F238E27FC236}">
                <a16:creationId xmlns:a16="http://schemas.microsoft.com/office/drawing/2014/main" id="{F622C065-73C5-4E2B-95FD-898C42CC55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Valtteri Pitkänen</a:t>
            </a:r>
            <a:br>
              <a:rPr lang="fi-FI" dirty="0"/>
            </a:br>
            <a:r>
              <a:rPr lang="fi-FI" dirty="0"/>
              <a:t>5.5.2021</a:t>
            </a:r>
          </a:p>
        </p:txBody>
      </p:sp>
    </p:spTree>
    <p:extLst>
      <p:ext uri="{BB962C8B-B14F-4D97-AF65-F5344CB8AC3E}">
        <p14:creationId xmlns:p14="http://schemas.microsoft.com/office/powerpoint/2010/main" val="3620478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55CABC5-5B41-4F09-83F4-04933811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Automerkit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7B1953A-7ABA-4D56-9C81-3BA8D497F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Audi</a:t>
            </a:r>
          </a:p>
          <a:p>
            <a:r>
              <a:rPr lang="fi-FI" dirty="0"/>
              <a:t>Fiat</a:t>
            </a:r>
          </a:p>
          <a:p>
            <a:r>
              <a:rPr lang="fi-FI" dirty="0"/>
              <a:t>Kia</a:t>
            </a:r>
          </a:p>
          <a:p>
            <a:r>
              <a:rPr lang="fi-FI" dirty="0"/>
              <a:t>Ford</a:t>
            </a:r>
          </a:p>
        </p:txBody>
      </p:sp>
      <p:pic>
        <p:nvPicPr>
          <p:cNvPr id="4" name="Kuva 3" descr="Kuva, joka sisältää kohteen henkilö, seinä, sisä, päällä pitäminen&#10;&#10;Kuvaus luotu automaattisesti">
            <a:extLst>
              <a:ext uri="{FF2B5EF4-FFF2-40B4-BE49-F238E27FC236}">
                <a16:creationId xmlns:a16="http://schemas.microsoft.com/office/drawing/2014/main" id="{14E0B8D7-89D6-4032-9D96-C1D70654F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587"/>
            <a:ext cx="1743075" cy="19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09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-0.24769 L -1.66667E-6 -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1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91 0.0125 L -0.00156 0.0111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8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25 L -3.33333E-6 2.59259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4.44444E-6 L 4.375E-6 4.44444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F24F087-764A-4C60-9966-BABB65D5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5" name="Sisällön paikkamerkki 4" descr="Kuva, joka sisältää kohteen kuppi, kahvi, virvoitusjuoma, kahvikuppi&#10;&#10;Kuvaus luotu automaattisesti">
            <a:extLst>
              <a:ext uri="{FF2B5EF4-FFF2-40B4-BE49-F238E27FC236}">
                <a16:creationId xmlns:a16="http://schemas.microsoft.com/office/drawing/2014/main" id="{3102F63D-6F33-40B3-AB6D-07414EC99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0800000">
            <a:off x="2827594" y="1825625"/>
            <a:ext cx="6536812" cy="4351338"/>
          </a:xfrm>
        </p:spPr>
      </p:pic>
      <p:pic>
        <p:nvPicPr>
          <p:cNvPr id="6" name="Kuva 5" descr="Kuva, joka sisältää kohteen henkilö, seinä, sisä, päällä pitäminen&#10;&#10;Kuvaus luotu automaattisesti">
            <a:extLst>
              <a:ext uri="{FF2B5EF4-FFF2-40B4-BE49-F238E27FC236}">
                <a16:creationId xmlns:a16="http://schemas.microsoft.com/office/drawing/2014/main" id="{50D83608-3957-4436-9A69-1E5E35C78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587"/>
            <a:ext cx="1743075" cy="19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628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aviokuva 1">
            <a:extLst>
              <a:ext uri="{FF2B5EF4-FFF2-40B4-BE49-F238E27FC236}">
                <a16:creationId xmlns:a16="http://schemas.microsoft.com/office/drawing/2014/main" id="{F0146A6F-B166-4B25-9F23-A60260A4D8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891762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Kuva 2" descr="Kuva, joka sisältää kohteen henkilö, seinä, sisä, päällä pitäminen&#10;&#10;Kuvaus luotu automaattisesti">
            <a:extLst>
              <a:ext uri="{FF2B5EF4-FFF2-40B4-BE49-F238E27FC236}">
                <a16:creationId xmlns:a16="http://schemas.microsoft.com/office/drawing/2014/main" id="{ECFE32F5-5DC7-4DBD-8F6A-44FAD5E703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587"/>
            <a:ext cx="1743075" cy="19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8271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-media 1" title="The Beginner's Guide to Microsoft PowerPoint">
            <a:hlinkClick r:id="" action="ppaction://media"/>
            <a:extLst>
              <a:ext uri="{FF2B5EF4-FFF2-40B4-BE49-F238E27FC236}">
                <a16:creationId xmlns:a16="http://schemas.microsoft.com/office/drawing/2014/main" id="{BD17561C-F2D9-4091-BA15-1DF8434B67F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  <p:pic>
        <p:nvPicPr>
          <p:cNvPr id="3" name="Kuva 2" descr="Kuva, joka sisältää kohteen henkilö, seinä, sisä, päällä pitäminen&#10;&#10;Kuvaus luotu automaattisesti">
            <a:extLst>
              <a:ext uri="{FF2B5EF4-FFF2-40B4-BE49-F238E27FC236}">
                <a16:creationId xmlns:a16="http://schemas.microsoft.com/office/drawing/2014/main" id="{D50E5CDB-B9B0-457D-A401-39669BC5E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587"/>
            <a:ext cx="1743075" cy="19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5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0BEE223C-C577-4B34-854A-9C6A9BAD8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54" y="590304"/>
            <a:ext cx="10066892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2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</Words>
  <Application>Microsoft Office PowerPoint</Application>
  <PresentationFormat>Laajakuva</PresentationFormat>
  <Paragraphs>13</Paragraphs>
  <Slides>6</Slides>
  <Notes>0</Notes>
  <HiddenSlides>0</HiddenSlides>
  <MMClips>1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Office-teema</vt:lpstr>
      <vt:lpstr>PowerPoint</vt:lpstr>
      <vt:lpstr>Automerkit</vt:lpstr>
      <vt:lpstr>PowerPoint-esitys</vt:lpstr>
      <vt:lpstr>PowerPoint-esitys</vt:lpstr>
      <vt:lpstr>PowerPoint-esitys</vt:lpstr>
      <vt:lpstr>PowerPoint-esitys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Valtteri Pitkänen</dc:creator>
  <cp:lastModifiedBy>Valtteri Pitkänen</cp:lastModifiedBy>
  <cp:revision>4</cp:revision>
  <dcterms:created xsi:type="dcterms:W3CDTF">2021-05-05T09:27:17Z</dcterms:created>
  <dcterms:modified xsi:type="dcterms:W3CDTF">2021-05-05T10:01:14Z</dcterms:modified>
</cp:coreProperties>
</file>